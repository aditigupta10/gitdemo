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94F3D-09DB-4F46-AA6C-E5A769E62A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DFADF4-446C-49BC-AA49-FE743DDD1C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7E497-8785-426F-8B5A-B77802B96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232C6-530E-4FF5-BBD5-A2F5738A4B8A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ECC1A-E6D1-4F42-923F-676EECFB3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2753D-70BE-461A-BD4E-0B8B3FB76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4823-0D89-4636-9473-4785BA596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577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EB9F7-2E9B-4D73-8991-16F6B81F9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8CA75-5D3E-47C7-9252-F1A49A2A4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58864-21DF-4983-91A3-10CAF014F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232C6-530E-4FF5-BBD5-A2F5738A4B8A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7489F-6585-498A-B84B-E3B73F8F1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1E102-CB9F-428D-BA14-8D8200AA5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4823-0D89-4636-9473-4785BA596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525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DB345-180A-4299-A4F2-47D019CE4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ADF75-A3A6-4B83-9ECC-EA1575944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A9C8F-BBD4-4A4E-82FE-21AA5A20B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232C6-530E-4FF5-BBD5-A2F5738A4B8A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4562F-799E-449C-BDB8-3DDCD395F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EC449-38CD-4B9D-BC46-A785CFDEC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4823-0D89-4636-9473-4785BA596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760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BA753-9717-446B-9CC7-A8AFD74AB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E18C2-A55D-462F-B244-A46C1D5D72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9531C6-ACB5-4F8D-9B8F-1C8FB7B5B5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9E658-5A49-4BCB-9272-E72CFC1D1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232C6-530E-4FF5-BBD5-A2F5738A4B8A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1BD935-3FAC-4E74-9E4F-44F3AF9BB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6FD43-283D-4A3A-AE6A-4664E47E1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4823-0D89-4636-9473-4785BA596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123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F903C-EC29-447B-8D0D-528C6486A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8ED5A3-E511-4236-AB06-7F9FE9CF4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07AB9E-08BE-46D4-B415-21F434808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E6D598-A372-4F7C-AE3A-D9D8799271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1FAE72-2EAC-4EF8-B146-A9DBA96C71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8A87EA-7BE8-4C51-9E24-FF7530B80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232C6-530E-4FF5-BBD5-A2F5738A4B8A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ADFD27-8C75-4AA4-9C5D-1ADFD4129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B950C-5756-4F16-9ACF-AA4863553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4823-0D89-4636-9473-4785BA596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041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F144A-B649-4D08-A54D-B9EFAE1FA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889EE5-947E-43D1-9758-EFEB76993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232C6-530E-4FF5-BBD5-A2F5738A4B8A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328F7F-A5E4-43E4-836F-231AEE6B7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CF2372-0D14-4903-951A-7D38A56E8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4823-0D89-4636-9473-4785BA596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05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93166B-25BD-4848-B155-AFBFAB1F1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232C6-530E-4FF5-BBD5-A2F5738A4B8A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72DFB3-B589-4601-861C-60861B285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F3CF1-5DFE-4BEF-B8BF-F4BBE2897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4823-0D89-4636-9473-4785BA596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434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AD388-FDA3-4924-8D58-85E366D05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55062-D2F3-4BA9-ACFA-3D6BF0AB9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58CB74-FE7D-4382-867F-CE284C741F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0A967C-22CB-438A-B9C0-456A15C70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232C6-530E-4FF5-BBD5-A2F5738A4B8A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E89BA-4AB4-4413-AE29-186F498CD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30A976-1C75-4865-8028-86EEBA4EC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4823-0D89-4636-9473-4785BA596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80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FFF3F-80B1-4583-80B0-057803821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84811-0142-4902-AEE7-EFF459D01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1E24B2-79BB-4C94-9FFC-8F62FEED99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B05300-0587-4FBA-B00A-30972CA9A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232C6-530E-4FF5-BBD5-A2F5738A4B8A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ED997A-F9CC-4C35-99F4-835F8D8E8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CB045B-3FB0-4712-A22E-C6350D544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4823-0D89-4636-9473-4785BA596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647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3730-FD2B-437B-9F0C-CE5C3314D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84ABB8-2204-40B3-AB1F-09D44CC437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2BFC7-054B-4ED5-8BC2-FFB4820D0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232C6-530E-4FF5-BBD5-A2F5738A4B8A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B1698-334A-4F05-8E8D-02E4D3897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691B7-C647-4B95-96DB-0C70C9C12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4823-0D89-4636-9473-4785BA596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293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F08C99-F6A2-4253-B3C6-E5F7E2D84F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B5A5B3-B514-4858-85C9-87139514B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711E4-C239-4C47-B8AC-BFC6F0890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232C6-530E-4FF5-BBD5-A2F5738A4B8A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351DF-D59C-459C-AF66-8E32C3E46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7F491-D0A4-4E9B-8CB1-6DAF9DEB8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4823-0D89-4636-9473-4785BA596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334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AEE1BA-BF44-42DD-AF67-46630BA11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3E5D5-2F9F-4B92-AC71-C32A6A20C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3B544-1E44-4A23-8F99-6E4C73C244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E232C6-530E-4FF5-BBD5-A2F5738A4B8A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198DF-40A4-4111-B4E0-C053C8D962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31C16-4D38-4424-A53D-1552C1A1E6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CB4823-0D89-4636-9473-4785BA596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70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131F6-8694-41AB-BA76-28E51AE555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knjjjbdjkbj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22E186-3889-4A06-8824-3D38636460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SDCNCN</a:t>
            </a:r>
          </a:p>
        </p:txBody>
      </p:sp>
    </p:spTree>
    <p:extLst>
      <p:ext uri="{BB962C8B-B14F-4D97-AF65-F5344CB8AC3E}">
        <p14:creationId xmlns:p14="http://schemas.microsoft.com/office/powerpoint/2010/main" val="1967338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knjjjbdjkbj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kjjbdjk</dc:title>
  <dc:creator>Aditi Gupta</dc:creator>
  <cp:lastModifiedBy>Aditi Gupta</cp:lastModifiedBy>
  <cp:revision>4</cp:revision>
  <dcterms:created xsi:type="dcterms:W3CDTF">2022-01-22T07:33:27Z</dcterms:created>
  <dcterms:modified xsi:type="dcterms:W3CDTF">2022-01-22T13:51:12Z</dcterms:modified>
</cp:coreProperties>
</file>